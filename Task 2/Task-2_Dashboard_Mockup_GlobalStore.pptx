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1"/>
          <c:cat>
            <c:strRef>
              <c:f>Sheet1!$A$2:$A$14</c:f>
              <c:strCache>
                <c:ptCount val="13"/>
                <c:pt idx="0">
                  <c:v>Central</c:v>
                </c:pt>
                <c:pt idx="1">
                  <c:v>South</c:v>
                </c:pt>
                <c:pt idx="2">
                  <c:v>North</c:v>
                </c:pt>
                <c:pt idx="3">
                  <c:v>Oceania</c:v>
                </c:pt>
                <c:pt idx="4">
                  <c:v>Southeast Asia</c:v>
                </c:pt>
                <c:pt idx="5">
                  <c:v>North Asia</c:v>
                </c:pt>
                <c:pt idx="6">
                  <c:v>EMEA</c:v>
                </c:pt>
                <c:pt idx="7">
                  <c:v>Africa</c:v>
                </c:pt>
                <c:pt idx="8">
                  <c:v>Central Asia</c:v>
                </c:pt>
                <c:pt idx="9">
                  <c:v>West</c:v>
                </c:pt>
                <c:pt idx="10">
                  <c:v>East</c:v>
                </c:pt>
                <c:pt idx="11">
                  <c:v>Caribbean</c:v>
                </c:pt>
                <c:pt idx="12">
                  <c:v>Canada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2822302.51994</c:v>
                </c:pt>
                <c:pt idx="1">
                  <c:v>1600907.04088</c:v>
                </c:pt>
                <c:pt idx="2">
                  <c:v>1248165.60252</c:v>
                </c:pt>
                <c:pt idx="3">
                  <c:v>1100184.612</c:v>
                </c:pt>
                <c:pt idx="4">
                  <c:v>884423.16899999999</c:v>
                </c:pt>
                <c:pt idx="5">
                  <c:v>848309.78099999996</c:v>
                </c:pt>
                <c:pt idx="6">
                  <c:v>806161.31099999999</c:v>
                </c:pt>
                <c:pt idx="7">
                  <c:v>783773.21100000001</c:v>
                </c:pt>
                <c:pt idx="8">
                  <c:v>752826.56700000004</c:v>
                </c:pt>
                <c:pt idx="9">
                  <c:v>725457.82449999999</c:v>
                </c:pt>
                <c:pt idx="10">
                  <c:v>678781.24</c:v>
                </c:pt>
                <c:pt idx="11">
                  <c:v>324280.86103999999</c:v>
                </c:pt>
                <c:pt idx="12">
                  <c:v>66928.17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08-4806-9FE2-5E5D8C698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663778.73317999998</c:v>
                </c:pt>
                <c:pt idx="1">
                  <c:v>518473.83429999999</c:v>
                </c:pt>
                <c:pt idx="2">
                  <c:v>285204.72379999998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98-4D05-9F35-B33FA8238E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2011-01</c:v>
                </c:pt>
                <c:pt idx="1">
                  <c:v>2011-02</c:v>
                </c:pt>
                <c:pt idx="2">
                  <c:v>2011-03</c:v>
                </c:pt>
                <c:pt idx="3">
                  <c:v>2011-04</c:v>
                </c:pt>
                <c:pt idx="4">
                  <c:v>2011-05</c:v>
                </c:pt>
                <c:pt idx="5">
                  <c:v>2011-06</c:v>
                </c:pt>
                <c:pt idx="6">
                  <c:v>2011-07</c:v>
                </c:pt>
                <c:pt idx="7">
                  <c:v>2011-08</c:v>
                </c:pt>
                <c:pt idx="8">
                  <c:v>2011-09</c:v>
                </c:pt>
                <c:pt idx="9">
                  <c:v>2011-10</c:v>
                </c:pt>
                <c:pt idx="10">
                  <c:v>2011-11</c:v>
                </c:pt>
                <c:pt idx="11">
                  <c:v>2011-12</c:v>
                </c:pt>
                <c:pt idx="12">
                  <c:v>2012-01</c:v>
                </c:pt>
                <c:pt idx="13">
                  <c:v>2012-02</c:v>
                </c:pt>
                <c:pt idx="14">
                  <c:v>2012-03</c:v>
                </c:pt>
                <c:pt idx="15">
                  <c:v>2012-04</c:v>
                </c:pt>
                <c:pt idx="16">
                  <c:v>2012-05</c:v>
                </c:pt>
                <c:pt idx="17">
                  <c:v>2012-06</c:v>
                </c:pt>
                <c:pt idx="18">
                  <c:v>2012-07</c:v>
                </c:pt>
                <c:pt idx="19">
                  <c:v>2012-08</c:v>
                </c:pt>
                <c:pt idx="20">
                  <c:v>2012-09</c:v>
                </c:pt>
                <c:pt idx="21">
                  <c:v>2012-10</c:v>
                </c:pt>
                <c:pt idx="22">
                  <c:v>2012-11</c:v>
                </c:pt>
                <c:pt idx="23">
                  <c:v>2012-12</c:v>
                </c:pt>
                <c:pt idx="24">
                  <c:v>2013-01</c:v>
                </c:pt>
                <c:pt idx="25">
                  <c:v>2013-02</c:v>
                </c:pt>
                <c:pt idx="26">
                  <c:v>2013-03</c:v>
                </c:pt>
                <c:pt idx="27">
                  <c:v>2013-04</c:v>
                </c:pt>
                <c:pt idx="28">
                  <c:v>2013-05</c:v>
                </c:pt>
                <c:pt idx="29">
                  <c:v>2013-06</c:v>
                </c:pt>
                <c:pt idx="30">
                  <c:v>2013-07</c:v>
                </c:pt>
                <c:pt idx="31">
                  <c:v>2013-08</c:v>
                </c:pt>
                <c:pt idx="32">
                  <c:v>2013-09</c:v>
                </c:pt>
                <c:pt idx="33">
                  <c:v>2013-10</c:v>
                </c:pt>
                <c:pt idx="34">
                  <c:v>2013-11</c:v>
                </c:pt>
                <c:pt idx="35">
                  <c:v>2013-12</c:v>
                </c:pt>
                <c:pt idx="36">
                  <c:v>2014-01</c:v>
                </c:pt>
                <c:pt idx="37">
                  <c:v>2014-02</c:v>
                </c:pt>
                <c:pt idx="38">
                  <c:v>2014-03</c:v>
                </c:pt>
                <c:pt idx="39">
                  <c:v>2014-04</c:v>
                </c:pt>
                <c:pt idx="40">
                  <c:v>2014-05</c:v>
                </c:pt>
                <c:pt idx="41">
                  <c:v>2014-06</c:v>
                </c:pt>
                <c:pt idx="42">
                  <c:v>2014-07</c:v>
                </c:pt>
                <c:pt idx="43">
                  <c:v>2014-08</c:v>
                </c:pt>
                <c:pt idx="44">
                  <c:v>2014-09</c:v>
                </c:pt>
                <c:pt idx="45">
                  <c:v>2014-10</c:v>
                </c:pt>
                <c:pt idx="46">
                  <c:v>2014-11</c:v>
                </c:pt>
                <c:pt idx="47">
                  <c:v>2014-12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98898.488859999998</c:v>
                </c:pt>
                <c:pt idx="1">
                  <c:v>91152.15698</c:v>
                </c:pt>
                <c:pt idx="2">
                  <c:v>145729.36736</c:v>
                </c:pt>
                <c:pt idx="3">
                  <c:v>116915.76418</c:v>
                </c:pt>
                <c:pt idx="4">
                  <c:v>146747.83609999999</c:v>
                </c:pt>
                <c:pt idx="5">
                  <c:v>215207.38021999999</c:v>
                </c:pt>
                <c:pt idx="6">
                  <c:v>115510.41912000001</c:v>
                </c:pt>
                <c:pt idx="7">
                  <c:v>207581.49122</c:v>
                </c:pt>
                <c:pt idx="8">
                  <c:v>290214.45533999999</c:v>
                </c:pt>
                <c:pt idx="9">
                  <c:v>199071.26404000001</c:v>
                </c:pt>
                <c:pt idx="10">
                  <c:v>298496.53752000001</c:v>
                </c:pt>
                <c:pt idx="11">
                  <c:v>333925.73460000003</c:v>
                </c:pt>
                <c:pt idx="12">
                  <c:v>135780.72024</c:v>
                </c:pt>
                <c:pt idx="13">
                  <c:v>100510.21698</c:v>
                </c:pt>
                <c:pt idx="14">
                  <c:v>163076.77116</c:v>
                </c:pt>
                <c:pt idx="15">
                  <c:v>161052.26952</c:v>
                </c:pt>
                <c:pt idx="16">
                  <c:v>208364.89124</c:v>
                </c:pt>
                <c:pt idx="17">
                  <c:v>256175.69842</c:v>
                </c:pt>
                <c:pt idx="18">
                  <c:v>145236.78511999999</c:v>
                </c:pt>
                <c:pt idx="19">
                  <c:v>303142.94238000002</c:v>
                </c:pt>
                <c:pt idx="20">
                  <c:v>289389.16564000002</c:v>
                </c:pt>
                <c:pt idx="21">
                  <c:v>252939.85019999999</c:v>
                </c:pt>
                <c:pt idx="22">
                  <c:v>323512.41690000001</c:v>
                </c:pt>
                <c:pt idx="23">
                  <c:v>338256.96659999999</c:v>
                </c:pt>
                <c:pt idx="24">
                  <c:v>199185.90737999999</c:v>
                </c:pt>
                <c:pt idx="25">
                  <c:v>167239.65040000001</c:v>
                </c:pt>
                <c:pt idx="26">
                  <c:v>198594.03012000001</c:v>
                </c:pt>
                <c:pt idx="27">
                  <c:v>177821.31684000001</c:v>
                </c:pt>
                <c:pt idx="28">
                  <c:v>260498.56469999999</c:v>
                </c:pt>
                <c:pt idx="29">
                  <c:v>396519.61190000002</c:v>
                </c:pt>
                <c:pt idx="30">
                  <c:v>229928.95199999999</c:v>
                </c:pt>
                <c:pt idx="31">
                  <c:v>326488.78936</c:v>
                </c:pt>
                <c:pt idx="32">
                  <c:v>376619.24567999999</c:v>
                </c:pt>
                <c:pt idx="33">
                  <c:v>293406.64288</c:v>
                </c:pt>
                <c:pt idx="34">
                  <c:v>373989.36009999999</c:v>
                </c:pt>
                <c:pt idx="35">
                  <c:v>405454.37802</c:v>
                </c:pt>
                <c:pt idx="36">
                  <c:v>241268.55566000001</c:v>
                </c:pt>
                <c:pt idx="37">
                  <c:v>184837.35556</c:v>
                </c:pt>
                <c:pt idx="38">
                  <c:v>263100.77262</c:v>
                </c:pt>
                <c:pt idx="39">
                  <c:v>242771.86129999999</c:v>
                </c:pt>
                <c:pt idx="40">
                  <c:v>288401.04613999999</c:v>
                </c:pt>
                <c:pt idx="41">
                  <c:v>401814.06310000003</c:v>
                </c:pt>
                <c:pt idx="42">
                  <c:v>258705.68048000001</c:v>
                </c:pt>
                <c:pt idx="43">
                  <c:v>456619.94235999999</c:v>
                </c:pt>
                <c:pt idx="44">
                  <c:v>481157.24369999999</c:v>
                </c:pt>
                <c:pt idx="45">
                  <c:v>422766.62916000001</c:v>
                </c:pt>
                <c:pt idx="46">
                  <c:v>555279.027</c:v>
                </c:pt>
                <c:pt idx="47">
                  <c:v>503143.69348000002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2AF-42DE-8430-BE9811D941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6507949.4178600004</c:v>
                </c:pt>
                <c:pt idx="1">
                  <c:v>3824697.52146</c:v>
                </c:pt>
                <c:pt idx="2">
                  <c:v>2309854.9705599998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7-488E-8FB1-84A76FBD6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Apple Smart Phone, Full Size</c:v>
                </c:pt>
                <c:pt idx="1">
                  <c:v>Cisco Smart Phone, Full Size</c:v>
                </c:pt>
                <c:pt idx="2">
                  <c:v>Motorola Smart Phone, Full Size</c:v>
                </c:pt>
                <c:pt idx="3">
                  <c:v>Nokia Smart Phone, Full Size</c:v>
                </c:pt>
                <c:pt idx="4">
                  <c:v>Canon imageCLASS 2200 Advanced Copier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86935.778600000005</c:v>
                </c:pt>
                <c:pt idx="1">
                  <c:v>76441.530599999998</c:v>
                </c:pt>
                <c:pt idx="2">
                  <c:v>73156.303</c:v>
                </c:pt>
                <c:pt idx="3">
                  <c:v>71904.555500000002</c:v>
                </c:pt>
                <c:pt idx="4">
                  <c:v>61599.824000000001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16-49AA-90F5-3231354CCA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8" y="2857500"/>
            <a:ext cx="8229600" cy="1143000"/>
          </a:xfrm>
        </p:spPr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3281" y="173787"/>
            <a:ext cx="88426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dirty="0">
                <a:solidFill>
                  <a:srgbClr val="FF0000"/>
                </a:solidFill>
                <a:highlight>
                  <a:srgbClr val="FFFF00"/>
                </a:highlight>
              </a:rPr>
              <a:t>Global Store Sales Business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547218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Total Sales</a:t>
            </a:r>
            <a:r>
              <a:rPr sz="1400" dirty="0"/>
              <a:t>
</a:t>
            </a:r>
          </a:p>
          <a:p>
            <a:r>
              <a:rPr sz="2000" b="1" dirty="0"/>
              <a:t>12642501.91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914400"/>
            <a:ext cx="1590756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Total Profit</a:t>
            </a:r>
            <a:r>
              <a:rPr sz="1400" dirty="0"/>
              <a:t>
</a:t>
            </a:r>
          </a:p>
          <a:p>
            <a:r>
              <a:rPr sz="2000" b="1" dirty="0"/>
              <a:t>1467457.29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178" y="934253"/>
            <a:ext cx="1739259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Total Orders</a:t>
            </a:r>
            <a:r>
              <a:rPr sz="1400" dirty="0"/>
              <a:t>
</a:t>
            </a:r>
          </a:p>
          <a:p>
            <a:r>
              <a:rPr sz="2000" b="1" dirty="0"/>
              <a:t>25035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0904" y="914400"/>
            <a:ext cx="192505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Avg Discount</a:t>
            </a:r>
            <a:r>
              <a:rPr sz="1400" dirty="0"/>
              <a:t>
</a:t>
            </a:r>
          </a:p>
          <a:p>
            <a:r>
              <a:rPr sz="2000" b="1" dirty="0"/>
              <a:t>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509401"/>
              </p:ext>
            </p:extLst>
          </p:nvPr>
        </p:nvGraphicFramePr>
        <p:xfrm>
          <a:off x="914400" y="511277"/>
          <a:ext cx="7315200" cy="5043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28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Jagadeeswar Reddy</cp:lastModifiedBy>
  <cp:revision>3</cp:revision>
  <dcterms:created xsi:type="dcterms:W3CDTF">2013-01-27T09:14:16Z</dcterms:created>
  <dcterms:modified xsi:type="dcterms:W3CDTF">2026-02-26T16:28:46Z</dcterms:modified>
  <cp:category/>
</cp:coreProperties>
</file>